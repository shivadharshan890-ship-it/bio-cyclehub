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BioCycle Hub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Learn. Visualize. Master Biochemistry.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0B981"/>
                </a:solidFill>
              </a:rPr>
              <a:t>Dedicated to B.Pharmacy &amp; Medical Students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What is BioCycle Hub?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 modern platform to stop memorizing static textbooks.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Explore interactive metabolic processes inside our 3D animated Medicine Factory.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Test GPAT preparation with quizzes, flashcards, and study notes.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Built to help students excel in pharmacy exams.
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Syllabus Aligned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Strictly mapped based on the Pharmacy Council of India (PCI) syllabus for Biochemistry.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Covers 27 core pathways.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Includes clinical linkages and rate-limiting regulatory steps.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Designed specifically for B.Pharm and Pharm.D students.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Platform Impact &amp; Statistics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</a:rPr>
              <a:t>20+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6666"/>
                </a:solidFill>
              </a:rPr>
              <a:t>Pathways Mapped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</a:rPr>
              <a:t>1,500+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6666"/>
                </a:solidFill>
              </a:rPr>
              <a:t>Flashcards Flipped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</a:rPr>
              <a:t>800+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6666"/>
                </a:solidFill>
              </a:rPr>
              <a:t>GPAT Quiz Prep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</a:rPr>
              <a:t>98%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6666"/>
                </a:solidFill>
              </a:rPr>
              <a:t>Exam Success Rate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Interactive Visualizations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Instead of staring at complex equations, students can toggle modes: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Medicine Factory Theme: Watch molecules move along animated conveyor belts.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Cyber Neon Theme: A modern visual approach to metabolic loops.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Visual memory helps retain complex enzymes and pathways better than regular textbooks.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GPAT Exam Focused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Highlight clinical relevance (diseases, drugs, targets).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High-yield exam tips to prepare for state and national qualification exams.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Direct connections between rate-limiting enzymes and drug targets (e.g., Enolase fluoride inhibition).
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Core Learning Categories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Carbohydrate Metabolism (9 Core Cycles)</a:t>
            </a:r>
            <a:endParaRPr lang="en-US" sz="22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Lipid Metabolism (4 Core Cycles)</a:t>
            </a:r>
            <a:endParaRPr lang="en-US" sz="22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Protein Metabolism (5 Core Cycles)</a:t>
            </a:r>
            <a:endParaRPr lang="en-US" sz="22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Nucleotide Metabolism (2 Core Cycles)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Gamified Learning Experience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Study Streak &amp; Level System similar to Duolingo.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Reward consistent learning: Earn XP by completing steps, flipping flashcards, or mastering quizzes.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Maintain daily streaks to level up biochemical rank.
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Comprehensive Study Notes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Downloadable study notes for exam preparation.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Detailed exam tables summarizing net ATP yield, location, and key enzymes.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Printable cheat-sheets for sessional or university exams.
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Daily Learning Tips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Every day a new high-yield fact is presented, for example: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B6D4"/>
                </a:solidFill>
              </a:rPr>
              <a:t>"Mature Red Blood Cells (RBCs) lack mitochondria and rely 100% on anaerobic glycolysis to generate ATP. A pyruvate kinase deficiency directly triggers hemolytic anemia."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Instant Search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Search across pathways, enzymes, drugs, diseases, and cofactors in real-time.
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Quickly locate specific rate-limiting steps or clinical significance notes.
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Student Success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"BioCycle Hub transformed biochemistry from my worst subject to my highest scorer! The Medicine Factory theme helped me remember all rate-limiting enzymes easily."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- Aditya Sharma, B.Pharm 2nd Year Student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"I used the Flashcards and dynamic Step Quizzes daily. The clinical links are direct questions on GPAT exams."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- Priyanka Patel, GPAT 2026 Aspirant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Educator Feedback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33333"/>
                </a:solidFill>
              </a:rPr>
              <a:t>"This tool is a brilliant pedagogical asset. Watching metabolic loops rotate and pathways animate provides deep visual understanding that regular textbooks fail to deliver." 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333333"/>
                </a:solidFill>
              </a:rPr>
              <a:t>- Prof. Rajesh Mehta, HOD Pharmaceutical Chemistry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How to get started?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333333"/>
                </a:solidFill>
              </a:rPr>
              <a:t>1. Create a free student profile.
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333333"/>
                </a:solidFill>
              </a:rPr>
              <a:t>2. Explore the 20+ pathways.
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333333"/>
                </a:solidFill>
              </a:rPr>
              <a:t>3. Flip flashcards and take practice quizzes.
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333333"/>
                </a:solidFill>
              </a:rPr>
              <a:t>4. Download study notes and cheat sheets.
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Ready to boost your exam score?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</a:rPr>
              <a:t>Sign Up for Free &amp; Take a Practice Quiz Today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2026-08-04T13:50:01Z</dcterms:created>
  <dcterms:modified xsi:type="dcterms:W3CDTF">2026-08-04T13:50:01Z</dcterms:modified>
</cp:coreProperties>
</file>